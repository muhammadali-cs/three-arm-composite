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857"/>
                </a:solidFill>
              </a:rPr>
              <a:t>When does modelling the intermediate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B6CB0"/>
                </a:solidFill>
              </a:rPr>
              <a:t>Composite vs Direct, with both surrogates fitting their own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22 outer maps × 4 function draws × 5 initial designs, 45 evaluations each.
h drawn from Matérn-5/2, BoTorch's default kernel, so both surrogates are correctly specified about 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Three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in order of how much they change the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857"/>
                </a:solidFill>
              </a:rPr>
              <a:t>•  1.  The bijective-case advantage was an artefact of the setup.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99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Composite previously held the generator's true kernel while Direct estimated one, and h was RBF while both assumed Matérn. On identity the gain fell from +0.409 to +0.087 ± 0.155.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968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857"/>
                </a:solidFill>
              </a:rPr>
              <a:t>•  2.  With that fixed, bijectivity does predict the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63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All 10 non-bijective maps gain, every one significant. 5 of 6 bijective maps do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3075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857"/>
                </a:solidFill>
              </a:rPr>
              <a:t>•  3.  But information is not the mechanism.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976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n̄ is uncorrelated with the size of the gain (r = −0.12). Flatness of g at its own optimum predicts it (r = +0.78).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f(x) = g(h(x)),   x ∈ [0,1]⁶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Observes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Predicts f by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f(xᵢ) only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reading off that GP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h(xᵢ)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each hⱼ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sampling h, applying g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566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Same inputs, same budget, same initial design, same acquisition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33087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Both fit their own kernel hyperparameters by maximum likelihood — this is what 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001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h is a draw from the surrogates' own prior, so Composite's model of h is correct by construction and every difference is attributable to 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is excluded,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stated up front, because it flatters the result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Map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Why excluded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relu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0, constant below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-0.154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0.881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abs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0.333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clip_c2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constant outside [−1,1]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0.508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deferred — ω·sd(h) ≈ 2.6 rad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0.515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affine; identical to 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A2B2B"/>
                </a:solidFill>
              </a:rPr>
              <a:t>The three non-smooth maps are exactly the three non-bijective maps with no effect.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Excluding them takes the non-bijective group from 10 significant rows out of 13 to 10 out of 10. The criterion is smoothness of g, decided independently of the result — but both versions are reported.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Bijective maps: no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final log₁₀ regret over 20 runs; gain = Direct − Composite; one-sided paired t-test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828800"/>
          <a:ext cx="9601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1.01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-4.694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-7.053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-2.594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-2.742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0.109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-1.027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-1.114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+0.012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0.235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+0.164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0.220</a:t>
                      </a:r>
                    </a:p>
                  </a:txBody>
                  <a:tcPr marT="18000" marB="18000"/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0.618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1206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Five of six show nothing. shiftsq_c3 is the exception — and it is the key to the mechanism.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Non-bijective maps: every row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same convention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600200"/>
          <a:ext cx="96012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-8.395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-5.357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-8.218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-5.140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-7.949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1.37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-5.620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-8.400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-7.811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3.75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-4.805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-7.131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-4.361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5.04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-4.938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-5.997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4.50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+1.691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+1.266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+0.541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+0.279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0.030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897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mean gain:  non-bijective +1.98   vs   bijective +0.45 (and that is almost all shiftsq_c3)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median log₁₀ regret, interquartile band; bijective left of the rule</a:t>
            </a:r>
          </a:p>
        </p:txBody>
      </p:sp>
      <p:pic>
        <p:nvPicPr>
          <p:cNvPr id="4" name="Picture 3" descr="bo_curves_ma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698" y="1325880"/>
            <a:ext cx="786029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linear control: sum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g(h₁,h₂) = h₁ + h₂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Observing y = h₁ + h₂ tells you the sum but not the split, so information genuinely IS destroyed.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420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Gain: -0.230 ± 0.662  (p = 0.932) — in Direct's favour.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55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A linear combination of Gaussian processes is a Gaussian process, so Direct's model is correctly specified and loses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684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Information loss with no misspecification buys Composite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n̄ does not order the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plateau width = fraction of h's reachable range within 10⁻⁶ of min 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600200"/>
          <a:ext cx="92354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860"/>
                <a:gridCol w="2308860"/>
                <a:gridCol w="2308860"/>
                <a:gridCol w="2308860"/>
              </a:tblGrid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Bijective?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Plateau width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3.5e-03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1.7e-03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1.2e-03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1.1e-03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9.7e-04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4.8e-04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4.6e-04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</a:tr>
              <a:tr h="242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63040" y="5943600"/>
            <a:ext cx="9235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plateau present: mean gain +2.16    •    no plateau: +0.15    •    r = +0.78, against −0.12 for n̄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Near a flat optimum, a small error in h produces a very small error in f — so an accurate model of h converts into enormous depth in objective space.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Direct, looking at f alone, sees a nearly constant region and cannot resolve within it. Where g is steep at its optimum there is no leverage and both arms do the same 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2B6CB0"/>
                </a:solidFill>
              </a:rPr>
              <a:t>bijective  ⇒  monotone  ⇒  optimum at an endpoint  ⇒  steep there  ⇒  no plateau  ⇒  no 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062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Bijectivity forecloses a flat optimum. That is why the prediction holds — and it is not an information argument at any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28031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shiftsq_c3 = (h−3)² separates the two explanations: its fold sits at h = 3, the edge of h's range, so n̄ ≈ 1 — but its minimum is exactly at that fold, where g is flat.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449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n̄ averages over all y, dominated by regions far from the optimum. The plateau measure looks only at the optimum.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Regression error and optimisation gain come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80 train / 20 held out, 60 fits per map, no optimiser anywhere; RMSE normalised so 1.0 = predicting the mean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920240"/>
          <a:ext cx="9966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BO gain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1.110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0.976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1.570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−0.048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1.253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1.106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mono3: real misspecification (1.110 → 0.976), no BO gain (+0.081).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218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shiftsq_c3: no misspecification (0.794 → 0.782), huge BO gain (+2.359).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•  Average predictive accuracy and optimisation gain are decoupled. What matters is resolution at the optimum.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this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proposition's prediction holds. Bijective g: no gain, in 5 of 6 cases. Non-bijective g: a gain every time, up to 3.4 orders of magnitude.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Its stated reason does not. n̄ is uncorrelated with the gain, sum destroys information and gains nothing, shiftsq_c3 preserves it and gains a great deal.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3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operative property is flatness of g at its optimum. Bijectivity predicts the gain because it rules that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earlier three-channel decomposition is withdrawn — it was measured on a grid where Composite held the true kernel.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9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Still open: cos_w4 — most preimages of any map, has a plateau, gains nothing. Likely ω·sd(h) spanning most of a half-period.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